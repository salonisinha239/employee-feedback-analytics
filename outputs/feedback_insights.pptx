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Feedback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Sentiment, Topics &amp; Workforce Segmentation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by Department</a:t>
            </a:r>
          </a:p>
        </p:txBody>
      </p:sp>
      <p:pic>
        <p:nvPicPr>
          <p:cNvPr id="3" name="Picture 2" descr="sentiment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Themes (LDA Topics)</a:t>
            </a:r>
          </a:p>
        </p:txBody>
      </p:sp>
      <p:pic>
        <p:nvPicPr>
          <p:cNvPr id="3" name="Picture 2" descr="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Segments (k=3, silhouette=0.181)</a:t>
            </a:r>
          </a:p>
        </p:txBody>
      </p:sp>
      <p:pic>
        <p:nvPicPr>
          <p:cNvPr id="3" name="Picture 2" descr="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Lowest sentiment department: Finance</a:t>
            </a:r>
          </a:p>
          <a:p>
            <a:r>
              <a:t>Review workload for segments with high workload and low engagement</a:t>
            </a:r>
          </a:p>
          <a:p>
            <a:r>
              <a:t>Prioritize themes with high volume and negative sentiment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